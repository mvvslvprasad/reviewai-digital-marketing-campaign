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41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5720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C2FF">
              <a:alpha val="18000"/>
            </a:srgbClr>
          </a:solidFill>
          <a:ln w="12700">
            <a:solidFill>
              <a:srgbClr val="00C2FF">
                <a:alpha val="2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TECH &amp; SOLUTION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MARKETING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20040" y="16733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320040" y="2359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" y="2788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Freelancers &amp; Startups with AI-Driven Reputation Intelligence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3456432"/>
            <a:ext cx="182880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" y="3566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Division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" y="3858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Freelancing &amp; Startup SaaS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4160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Task 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12080" y="457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METRICS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03520" y="960120"/>
            <a:ext cx="3474720" cy="96012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960120"/>
            <a:ext cx="54864" cy="9601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9" name="Text 16"/>
          <p:cNvSpPr/>
          <p:nvPr/>
        </p:nvSpPr>
        <p:spPr>
          <a:xfrm>
            <a:off x="5532120" y="1005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₹3L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5321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03520" y="2084832"/>
            <a:ext cx="3474720" cy="96012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03520" y="2084832"/>
            <a:ext cx="54864" cy="96012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2130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5M+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553212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Reach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03520" y="3200400"/>
            <a:ext cx="3474720" cy="96012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03520" y="3200400"/>
            <a:ext cx="54864" cy="9601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7" name="Text 24"/>
          <p:cNvSpPr/>
          <p:nvPr/>
        </p:nvSpPr>
        <p:spPr>
          <a:xfrm>
            <a:off x="553212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55321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Goal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OVERVIEW &amp; OBJECTIVES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Tech &amp; Solution  |  Digital Marketing Campaign 2024–25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8595360" cy="74980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78992"/>
            <a:ext cx="54864" cy="7498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24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MISSION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establish Review AI Tech &amp; Solution as the #1 AI-powered review &amp; reputation management platform for freelancers and startups — driving brand awareness, qualified leads, and paid conversions through a data-led, multi-channel digital campaign.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65960"/>
            <a:ext cx="2011680" cy="283464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2688" y="2084832"/>
            <a:ext cx="658368" cy="658368"/>
          </a:xfrm>
          <a:prstGeom prst="ellipse">
            <a:avLst/>
          </a:prstGeom>
          <a:solidFill>
            <a:srgbClr val="00C2FF">
              <a:alpha val="7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39696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7472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5M+ impressions across all channels in 6 months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450592" y="1965960"/>
            <a:ext cx="2011680" cy="283464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08960" y="2084832"/>
            <a:ext cx="658368" cy="658368"/>
          </a:xfrm>
          <a:prstGeom prst="ellipse">
            <a:avLst/>
          </a:prstGeom>
          <a:solidFill>
            <a:srgbClr val="00D68F">
              <a:alpha val="7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139696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50592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523744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542032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15,000+ qualified leads via landing pages &amp; ads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26864" y="1965960"/>
            <a:ext cx="2011680" cy="283464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85232" y="2084832"/>
            <a:ext cx="658368" cy="658368"/>
          </a:xfrm>
          <a:prstGeom prst="ellipse">
            <a:avLst/>
          </a:prstGeom>
          <a:solidFill>
            <a:srgbClr val="FFD166">
              <a:alpha val="75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2139696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26864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4700016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Conversions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718304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12% of leads to paid subscribers (₹999/mo plan)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803136" y="1965960"/>
            <a:ext cx="2011680" cy="283464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61504" y="2084832"/>
            <a:ext cx="658368" cy="658368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2139696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03136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6876288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Growth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894576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50K+ engaged community of freelancers &amp; founders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FB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AUDIENCE &amp; MARKET POSITIONING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1078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TARGETING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5120640" cy="694944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63040"/>
            <a:ext cx="54864" cy="69494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15179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Freelancers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Upwork, Fiverr, Toptal users seeking better client reviews &amp; social proof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51960" y="1664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 in India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2267712"/>
            <a:ext cx="5120640" cy="694944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267712"/>
            <a:ext cx="54864" cy="69494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Startups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yr old startups needing credibility &amp; trust signals fast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5196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80K+ startups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072384"/>
            <a:ext cx="5120640" cy="694944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072384"/>
            <a:ext cx="54864" cy="69494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68680" y="3127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Agency Owners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agencies managing reputation for multiple clients simultaneously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51960" y="3273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 SMBs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877056"/>
            <a:ext cx="5120640" cy="694944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877056"/>
            <a:ext cx="54864" cy="6949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68680" y="3931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Entrepreneurs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College-age Gen Z founders building their first product or service brand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251960" y="40782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18–26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0" y="1078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PAIN POINTS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69280" y="1463040"/>
            <a:ext cx="3200400" cy="694944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7332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44768" y="15544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lose 40% of deals due to poor review visibility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69280" y="2267712"/>
            <a:ext cx="3200400" cy="694944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7332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144768" y="23591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startups fail to build online trust in Year 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669280" y="3072384"/>
            <a:ext cx="3200400" cy="694944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73328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44768" y="316382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collection wastes 5+ hrs/week per business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669280" y="3877056"/>
            <a:ext cx="3200400" cy="694944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733288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144768" y="39684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 tool exists purpose-built for freelancers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7B2FBE">
              <a:alpha val="6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782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USP: AI auto-collects, analyzes &amp; showcases reviews — saving time, building trust, winning clients — all on autopilot.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 PLAN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60120" y="62179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strategy across 4 key channels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2011680" cy="388620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78992"/>
            <a:ext cx="2011680" cy="502920"/>
          </a:xfrm>
          <a:prstGeom prst="rect">
            <a:avLst/>
          </a:prstGeom>
          <a:solidFill>
            <a:srgbClr val="00C2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3385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152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6576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 &amp; B2B leads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576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6576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5×/week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5760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65760" y="2944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AI tip carousels, founder stories, polls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3657600"/>
            <a:ext cx="1828800" cy="45720"/>
          </a:xfrm>
          <a:prstGeom prst="rect">
            <a:avLst/>
          </a:prstGeom>
          <a:solidFill>
            <a:srgbClr val="00C2FF">
              <a:alpha val="5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 TARGET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65760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impressions | 8K followers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450592" y="1078992"/>
            <a:ext cx="2011680" cy="388620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450592" y="1078992"/>
            <a:ext cx="2011680" cy="502920"/>
          </a:xfrm>
          <a:prstGeom prst="rect">
            <a:avLst/>
          </a:prstGeom>
          <a:solidFill>
            <a:srgbClr val="E1306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133856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926080" y="1152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542032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542032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 &amp; visual storytelling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542032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542032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6×/week + 3 Reels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2542032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2542032" y="2944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graphics, Reels, UGC reposts, Story polls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542032" y="3657600"/>
            <a:ext cx="1828800" cy="45720"/>
          </a:xfrm>
          <a:prstGeom prst="rect">
            <a:avLst/>
          </a:prstGeom>
          <a:solidFill>
            <a:srgbClr val="E1306C">
              <a:alpha val="5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2542032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 TARGET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2542032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 reach | 15K followers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626864" y="1078992"/>
            <a:ext cx="2011680" cy="388620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26864" y="1078992"/>
            <a:ext cx="2011680" cy="502920"/>
          </a:xfrm>
          <a:prstGeom prst="rect">
            <a:avLst/>
          </a:prstGeom>
          <a:solidFill>
            <a:srgbClr val="1DA1F2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133856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102352" y="1152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 (Twitter)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718304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4718304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engagement &amp; community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718304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718304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daily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718304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4718304" y="2944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threads, hot takes, live Q&amp;A, hashtag campaigns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718304" y="3657600"/>
            <a:ext cx="1828800" cy="45720"/>
          </a:xfrm>
          <a:prstGeom prst="rect">
            <a:avLst/>
          </a:prstGeom>
          <a:solidFill>
            <a:srgbClr val="1DA1F2">
              <a:alpha val="50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4718304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 TARGET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4718304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impressions | 5K followers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6803136" y="1078992"/>
            <a:ext cx="2011680" cy="388620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6803136" y="1078992"/>
            <a:ext cx="2011680" cy="50292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1133856"/>
            <a:ext cx="365760" cy="36576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278624" y="1152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894576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6894576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authority &amp; deep education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6894576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6894576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videos/week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6894576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6894576" y="2944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demos, case study shorts, AI review explainers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6894576" y="3657600"/>
            <a:ext cx="1828800" cy="45720"/>
          </a:xfrm>
          <a:prstGeom prst="rect">
            <a:avLst/>
          </a:prstGeom>
          <a:solidFill>
            <a:srgbClr val="FF0000">
              <a:alpha val="50000"/>
            </a:srgbClr>
          </a:solidFill>
          <a:ln/>
        </p:spPr>
      </p:sp>
      <p:sp>
        <p:nvSpPr>
          <p:cNvPr id="56" name="Text 49"/>
          <p:cNvSpPr/>
          <p:nvPr/>
        </p:nvSpPr>
        <p:spPr>
          <a:xfrm>
            <a:off x="6894576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 TARGET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6894576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views | 10K subscribers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FB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IDEAS &amp; CONTENT CALENDAR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1051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5166360" cy="56692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" y="1490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14721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1709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reads reviews, sentiment scores, and what it means for your brand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2084832"/>
            <a:ext cx="5166360" cy="56692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" y="2157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1248" y="21396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1248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I got 50 reviews in 7 days' client case studies and testimonials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752344"/>
            <a:ext cx="5166360" cy="56692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7472" y="28254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41248" y="28072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Growth Hacks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" y="3044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tips, client communication, platform-specific tricks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419856"/>
            <a:ext cx="5166360" cy="56692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7472" y="3493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1248" y="3474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" y="3712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reports, benchmarks, stat infographics, review economy data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087368"/>
            <a:ext cx="5166360" cy="56692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41248" y="4142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Hooks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" y="4379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viral moments relevant to AI, tech, and startup culture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0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CONTENT BREAKDOWN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1417320"/>
            <a:ext cx="3200400" cy="50292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69280" y="1417320"/>
            <a:ext cx="54864" cy="5029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9" name="Text 26"/>
          <p:cNvSpPr/>
          <p:nvPr/>
        </p:nvSpPr>
        <p:spPr>
          <a:xfrm>
            <a:off x="5806440" y="1463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(Jan)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806440" y="16733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Launch Blitz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69280" y="2020824"/>
            <a:ext cx="3200400" cy="50292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669280" y="2020824"/>
            <a:ext cx="54864" cy="50292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3" name="Text 30"/>
          <p:cNvSpPr/>
          <p:nvPr/>
        </p:nvSpPr>
        <p:spPr>
          <a:xfrm>
            <a:off x="5806440" y="20665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(Feb)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806440" y="2276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&amp; Engage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69280" y="2624328"/>
            <a:ext cx="3200400" cy="50292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669280" y="2624328"/>
            <a:ext cx="54864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7" name="Text 34"/>
          <p:cNvSpPr/>
          <p:nvPr/>
        </p:nvSpPr>
        <p:spPr>
          <a:xfrm>
            <a:off x="580644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(Mar)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806440" y="2880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UGC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69280" y="3227832"/>
            <a:ext cx="3200400" cy="50292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0" y="3227832"/>
            <a:ext cx="5486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1" name="Text 38"/>
          <p:cNvSpPr/>
          <p:nvPr/>
        </p:nvSpPr>
        <p:spPr>
          <a:xfrm>
            <a:off x="5806440" y="3273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(Apr)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806440" y="34838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Deep-Dives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669280" y="3831336"/>
            <a:ext cx="3200400" cy="50292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669280" y="3831336"/>
            <a:ext cx="54864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5" name="Text 42"/>
          <p:cNvSpPr/>
          <p:nvPr/>
        </p:nvSpPr>
        <p:spPr>
          <a:xfrm>
            <a:off x="5806440" y="38770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(May)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806440" y="4087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Challenges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669280" y="4434840"/>
            <a:ext cx="3200400" cy="50292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669280" y="4434840"/>
            <a:ext cx="54864" cy="5029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9" name="Text 46"/>
          <p:cNvSpPr/>
          <p:nvPr/>
        </p:nvSpPr>
        <p:spPr>
          <a:xfrm>
            <a:off x="580644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(Jun)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806440" y="46908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Retarget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STRATEGY — PAID &amp; PERFORMANCE MARKETING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4206240" cy="120700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78992"/>
            <a:ext cx="64008" cy="1207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7" name="Text 4"/>
          <p:cNvSpPr/>
          <p:nvPr/>
        </p:nvSpPr>
        <p:spPr>
          <a:xfrm>
            <a:off x="438912" y="11247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" y="1472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KWs: 'AI review tool', 'freelancer reputation', 'review management SaaS'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CPA: ₹250 | Ext: Sitelinks + call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017520" y="1124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4.5% | CPC: ₹18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404872"/>
            <a:ext cx="4206240" cy="120700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404872"/>
            <a:ext cx="64008" cy="1207008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450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8912" y="2798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Sponsored Ads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912" y="3044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Founders, freelancers, agency heads 25–45 yrs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Lead Gen Forms + Carousel | India, UAE, US, UK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017520" y="2450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CPL: ₹320 | Conv: 8%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730752"/>
            <a:ext cx="4206240" cy="120700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730752"/>
            <a:ext cx="64008" cy="1207008"/>
          </a:xfrm>
          <a:prstGeom prst="rect">
            <a:avLst/>
          </a:prstGeom>
          <a:solidFill>
            <a:srgbClr val="E1306C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" y="3776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30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8912" y="4123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Instagram Ads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Reels Ads + Story Ads | Lookalike from email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3 creatives per ad set | Weekly optimization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017520" y="3776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CPM: ₹120 | ROAS: 4.2x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46320" y="1078992"/>
            <a:ext cx="4206240" cy="120700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1078992"/>
            <a:ext cx="64008" cy="1207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5010912" y="11247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010912" y="1472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Pre-Roll Ads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10912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skippable demos targeting startup/freelance channels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Retarget: Website visitors 30-day | CTA: Free 14-day trial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589520" y="1124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VTR: 35% | CPA: ₹280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2404872"/>
            <a:ext cx="4206240" cy="120700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46320" y="2404872"/>
            <a:ext cx="64008" cy="1207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1" name="Text 28"/>
          <p:cNvSpPr/>
          <p:nvPr/>
        </p:nvSpPr>
        <p:spPr>
          <a:xfrm>
            <a:off x="5010912" y="2450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10912" y="2798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Micro-Marketing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10912" y="3044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micro-influencers (10K–100K): freelance coaches, YT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Deals: Affiliate + fixed fee | Platforms: YT, LI, IG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589520" y="2450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500K | ER: 6.5%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46320" y="3730752"/>
            <a:ext cx="4206240" cy="120700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46320" y="3730752"/>
            <a:ext cx="64008" cy="1207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7" name="Text 34"/>
          <p:cNvSpPr/>
          <p:nvPr/>
        </p:nvSpPr>
        <p:spPr>
          <a:xfrm>
            <a:off x="5010912" y="3776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010912" y="4123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&amp; Remarketing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10912" y="43708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Pixel: landing page + app | Audiences: abandoned sign-ups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3-touch ad journey across 15 days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589520" y="3776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lift: +28% | CPA: ₹190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4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ESTIMATION — 6-MONTH CAMPAIGN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60120" y="62179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Campaign Budget: ₹3,00,000  |  Duration: Jan – Jun 2025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508760"/>
                <a:gridCol w="1097280"/>
                <a:gridCol w="201168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0E26"/>
                          </a:solidFill>
                        </a:rPr>
                        <a:t>Channel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0E26"/>
                          </a:solidFill>
                        </a:rPr>
                        <a:t>Monthly Budget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0E26"/>
                          </a:solidFill>
                        </a:rPr>
                        <a:t>6-Month 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0E26"/>
                          </a:solidFill>
                        </a:rPr>
                        <a:t>% Budget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80E26"/>
                          </a:solidFill>
                        </a:rPr>
                        <a:t>Primary Goal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Google Search 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₹10,000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₹60,000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Lead Generation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LinkedIn Sponsored 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₹48,000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B2B Leads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Meta / Instagram 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₹48,000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Brand Awareness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YouTube Pre-Roll 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₹6,000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₹36,000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12%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Demo Views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Influencer Marketing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₹7,000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₹42,000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Credibility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Content Creation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₹30,000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Organic Growth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SEO &amp; Tools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₹3,000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₹18,000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Domain Authority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3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Retargeting / Misc.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₹3,000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₹18,000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</a:rPr>
                        <a:t>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4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68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68F"/>
                          </a:solidFill>
                        </a:rPr>
                        <a:t>₹50,000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68F"/>
                          </a:solidFill>
                        </a:rPr>
                        <a:t>₹3,00,000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68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68F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TIMELINE — 6-MONTH ROLLOUT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77240" y="2148840"/>
            <a:ext cx="7635240" cy="0"/>
          </a:xfrm>
          <a:prstGeom prst="line">
            <a:avLst/>
          </a:prstGeom>
          <a:noFill/>
          <a:ln w="25400">
            <a:solidFill>
              <a:srgbClr val="8AA0C8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316736" y="1947672"/>
            <a:ext cx="420624" cy="420624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7" name="Text 4"/>
          <p:cNvSpPr/>
          <p:nvPr/>
        </p:nvSpPr>
        <p:spPr>
          <a:xfrm>
            <a:off x="1316736" y="1965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051560"/>
            <a:ext cx="2816352" cy="84124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051560"/>
            <a:ext cx="2816352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 – Feb 2025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16093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AWARENESS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468880"/>
            <a:ext cx="2816352" cy="248716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523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AWARENESS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7512" y="2962656"/>
            <a:ext cx="146304" cy="146304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" y="290779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&amp; social setup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7512" y="3447288"/>
            <a:ext cx="146304" cy="146304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392424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LinkedIn ads go live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" y="3931920"/>
            <a:ext cx="146304" cy="146304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20" name="Text 17"/>
          <p:cNvSpPr/>
          <p:nvPr/>
        </p:nvSpPr>
        <p:spPr>
          <a:xfrm>
            <a:off x="896112" y="387705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outreach begins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7512" y="4416552"/>
            <a:ext cx="146304" cy="146304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22" name="Text 19"/>
          <p:cNvSpPr/>
          <p:nvPr/>
        </p:nvSpPr>
        <p:spPr>
          <a:xfrm>
            <a:off x="896112" y="436168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groundwork &amp; keyword mapping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24528" y="1947672"/>
            <a:ext cx="420624" cy="420624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4" name="Text 21"/>
          <p:cNvSpPr/>
          <p:nvPr/>
        </p:nvSpPr>
        <p:spPr>
          <a:xfrm>
            <a:off x="4224528" y="1965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456432" y="1051560"/>
            <a:ext cx="2816352" cy="84124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56432" y="1051560"/>
            <a:ext cx="2816352" cy="5486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7" name="Text 24"/>
          <p:cNvSpPr/>
          <p:nvPr/>
        </p:nvSpPr>
        <p:spPr>
          <a:xfrm>
            <a:off x="3547872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547872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 – Apr 2025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547872" y="16093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&amp; EDUCATE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456432" y="2468880"/>
            <a:ext cx="2816352" cy="248716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547872" y="2523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&amp; EDUCATE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575304" y="2962656"/>
            <a:ext cx="146304" cy="146304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3" name="Text 30"/>
          <p:cNvSpPr/>
          <p:nvPr/>
        </p:nvSpPr>
        <p:spPr>
          <a:xfrm>
            <a:off x="3803904" y="290779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at full speed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575304" y="3447288"/>
            <a:ext cx="146304" cy="146304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5" name="Text 32"/>
          <p:cNvSpPr/>
          <p:nvPr/>
        </p:nvSpPr>
        <p:spPr>
          <a:xfrm>
            <a:off x="3803904" y="3392424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nurture sequence launch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575304" y="3931920"/>
            <a:ext cx="146304" cy="146304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7" name="Text 34"/>
          <p:cNvSpPr/>
          <p:nvPr/>
        </p:nvSpPr>
        <p:spPr>
          <a:xfrm>
            <a:off x="3803904" y="387705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tutorial series begins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575304" y="4416552"/>
            <a:ext cx="146304" cy="146304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9" name="Text 36"/>
          <p:cNvSpPr/>
          <p:nvPr/>
        </p:nvSpPr>
        <p:spPr>
          <a:xfrm>
            <a:off x="3803904" y="436168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Webinar: AI &amp; Freelancing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132320" y="1947672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Text 38"/>
          <p:cNvSpPr/>
          <p:nvPr/>
        </p:nvSpPr>
        <p:spPr>
          <a:xfrm>
            <a:off x="7132320" y="1965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364224" y="1051560"/>
            <a:ext cx="2816352" cy="841248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364224" y="1051560"/>
            <a:ext cx="2816352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4" name="Text 41"/>
          <p:cNvSpPr/>
          <p:nvPr/>
        </p:nvSpPr>
        <p:spPr>
          <a:xfrm>
            <a:off x="6455664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455664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 – Jun 2025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455664" y="16093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SCALE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364224" y="2468880"/>
            <a:ext cx="2816352" cy="248716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6455664" y="25237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SCALE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483096" y="2962656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0" name="Text 47"/>
          <p:cNvSpPr/>
          <p:nvPr/>
        </p:nvSpPr>
        <p:spPr>
          <a:xfrm>
            <a:off x="6711696" y="290779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campaigns activated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83096" y="3447288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2" name="Text 49"/>
          <p:cNvSpPr/>
          <p:nvPr/>
        </p:nvSpPr>
        <p:spPr>
          <a:xfrm>
            <a:off x="6711696" y="3392424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testimonials live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483096" y="393192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4" name="Text 51"/>
          <p:cNvSpPr/>
          <p:nvPr/>
        </p:nvSpPr>
        <p:spPr>
          <a:xfrm>
            <a:off x="6711696" y="387705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launch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483096" y="4416552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6" name="Text 53"/>
          <p:cNvSpPr/>
          <p:nvPr/>
        </p:nvSpPr>
        <p:spPr>
          <a:xfrm>
            <a:off x="6711696" y="436168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performance audit &amp; optimize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413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OUTCOMES &amp; KEY PERFORMANCE INDICATORS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2057400" cy="129844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51560"/>
            <a:ext cx="20574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1115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5M+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2860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Impressions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channels combined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68880" y="1051560"/>
            <a:ext cx="2057400" cy="129844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051560"/>
            <a:ext cx="2057400" cy="5486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1115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15K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46888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32888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forms, landing pages &amp; ads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09160" y="1051560"/>
            <a:ext cx="2057400" cy="129844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051560"/>
            <a:ext cx="20574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4"/>
          <p:cNvSpPr/>
          <p:nvPr/>
        </p:nvSpPr>
        <p:spPr>
          <a:xfrm>
            <a:off x="4709160" y="1115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1,800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70916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73168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12% free-to-paid rate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49440" y="1051560"/>
            <a:ext cx="2057400" cy="1298448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49440" y="1051560"/>
            <a:ext cx="20574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111556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4.2x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949440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ROAS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13448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all paid ad spend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74320" y="2487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— 6-MONTH PROJECTION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2852928"/>
            <a:ext cx="8595360" cy="365760"/>
          </a:xfrm>
          <a:prstGeom prst="rect">
            <a:avLst/>
          </a:prstGeom>
          <a:solidFill>
            <a:srgbClr val="04133A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5760" y="292608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Impressions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178040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5,000,000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14400" y="3282696"/>
            <a:ext cx="6858000" cy="365760"/>
          </a:xfrm>
          <a:prstGeom prst="rect">
            <a:avLst/>
          </a:prstGeom>
          <a:solidFill>
            <a:srgbClr val="0D308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05840" y="33558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80760" y="33558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828800" y="3712464"/>
            <a:ext cx="5486400" cy="365760"/>
          </a:xfrm>
          <a:prstGeom prst="rect">
            <a:avLst/>
          </a:prstGeom>
          <a:solidFill>
            <a:srgbClr val="0A206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920240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Signups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23560" y="37856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514600" y="4142232"/>
            <a:ext cx="4114800" cy="365760"/>
          </a:xfrm>
          <a:prstGeom prst="rect">
            <a:avLst/>
          </a:prstGeom>
          <a:solidFill>
            <a:srgbClr val="0718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606040" y="42153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Users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937760" y="42153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0" y="4572000"/>
            <a:ext cx="2743200" cy="365760"/>
          </a:xfrm>
          <a:prstGeom prst="rect">
            <a:avLst/>
          </a:prstGeom>
          <a:solidFill>
            <a:srgbClr val="00D68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291840" y="4645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251960" y="46451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0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4133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B2FB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3657600" cy="3657600"/>
          </a:xfrm>
          <a:prstGeom prst="ellipse">
            <a:avLst/>
          </a:prstGeom>
          <a:solidFill>
            <a:srgbClr val="00C2FF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475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TECH &amp; SOLUTION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Campaign.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17556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Future.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248716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just running ads. We're building a movement — where every freelancer and startup owns their reputation, powered by AI intelligence.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3383280"/>
            <a:ext cx="164592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5876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" y="38313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approval &amp; budget sign-off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2394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" y="4096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team onboarding (Week 1)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648" y="43616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accounts setup &amp; pixel install (Week 1)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5429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648" y="4626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— January 15, 2025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577840" y="411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SUMMARY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577840" y="822960"/>
            <a:ext cx="3291840" cy="59436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577840" y="822960"/>
            <a:ext cx="54864" cy="59436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3" name="Text 16"/>
          <p:cNvSpPr/>
          <p:nvPr/>
        </p:nvSpPr>
        <p:spPr>
          <a:xfrm>
            <a:off x="5715000" y="877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Duration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571500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— Jan to Jun 2025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577840" y="1517904"/>
            <a:ext cx="3291840" cy="59436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577840" y="1517904"/>
            <a:ext cx="54864" cy="59436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7" name="Text 20"/>
          <p:cNvSpPr/>
          <p:nvPr/>
        </p:nvSpPr>
        <p:spPr>
          <a:xfrm>
            <a:off x="5715000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5715000" y="1792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₹3,00,000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577840" y="2212848"/>
            <a:ext cx="3291840" cy="59436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577840" y="2212848"/>
            <a:ext cx="54864" cy="5943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1" name="Text 24"/>
          <p:cNvSpPr/>
          <p:nvPr/>
        </p:nvSpPr>
        <p:spPr>
          <a:xfrm>
            <a:off x="5715000" y="22677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571500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LinkedIn · Meta · YouTube · Influencer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577840" y="2907792"/>
            <a:ext cx="3291840" cy="59436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577840" y="2907792"/>
            <a:ext cx="54864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28"/>
          <p:cNvSpPr/>
          <p:nvPr/>
        </p:nvSpPr>
        <p:spPr>
          <a:xfrm>
            <a:off x="5715000" y="2962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Reach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571500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 Impressions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577840" y="3602736"/>
            <a:ext cx="3291840" cy="59436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577840" y="3602736"/>
            <a:ext cx="54864" cy="59436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9" name="Text 32"/>
          <p:cNvSpPr/>
          <p:nvPr/>
        </p:nvSpPr>
        <p:spPr>
          <a:xfrm>
            <a:off x="5715000" y="3657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Target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5715000" y="3877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Qualified Leads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577840" y="4297680"/>
            <a:ext cx="3291840" cy="594360"/>
          </a:xfrm>
          <a:prstGeom prst="rect">
            <a:avLst/>
          </a:prstGeom>
          <a:solidFill>
            <a:srgbClr val="0D1F4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5577840" y="4297680"/>
            <a:ext cx="54864" cy="59436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43" name="Text 36"/>
          <p:cNvSpPr/>
          <p:nvPr/>
        </p:nvSpPr>
        <p:spPr>
          <a:xfrm>
            <a:off x="5715000" y="4352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571500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users × ₹999/mo = ₹18L MRR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D1F4E"/>
          </a:solidFill>
          <a:ln/>
        </p:spPr>
      </p:sp>
      <p:sp>
        <p:nvSpPr>
          <p:cNvPr id="46" name="Text 3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Tech &amp; Solution  |  Business &amp; Marketing Strategy  |  CodeAlpha Internship — Task 3  |  www.reviewai.tech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Campaign — Review AI Tech &amp; Solution</dc:title>
  <dc:subject>PptxGenJS Presentation</dc:subject>
  <dc:creator>Review AI Tech &amp; Solution</dc:creator>
  <cp:lastModifiedBy>Review AI Tech &amp; Solution</cp:lastModifiedBy>
  <cp:revision>1</cp:revision>
  <dcterms:created xsi:type="dcterms:W3CDTF">2026-05-23T04:25:07Z</dcterms:created>
  <dcterms:modified xsi:type="dcterms:W3CDTF">2026-05-23T04:25:07Z</dcterms:modified>
</cp:coreProperties>
</file>